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81" r:id="rId18"/>
    <p:sldId id="275" r:id="rId19"/>
    <p:sldId id="276" r:id="rId20"/>
    <p:sldId id="277" r:id="rId21"/>
    <p:sldId id="278" r:id="rId22"/>
    <p:sldId id="279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1378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7500" y="545480"/>
            <a:ext cx="8229600" cy="5864352"/>
          </a:xfrm>
          <a:prstGeom prst="rect">
            <a:avLst/>
          </a:prstGeom>
          <a:solidFill>
            <a:srgbClr val="FFFFFF"/>
          </a:solidFill>
          <a:ln w="508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6640" y="764573"/>
            <a:ext cx="711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66CC"/>
                </a:solidFill>
              </a:defRPr>
            </a:pPr>
            <a:r>
              <a:rPr lang="en-US" dirty="0" err="1" smtClean="0"/>
              <a:t>Easwari</a:t>
            </a:r>
            <a:r>
              <a:rPr lang="en-US" dirty="0" smtClean="0"/>
              <a:t> Engineering College</a:t>
            </a:r>
            <a:br>
              <a:rPr lang="en-US" dirty="0" smtClean="0"/>
            </a:b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2522311"/>
            <a:ext cx="82296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336699"/>
                </a:solidFill>
              </a:defRPr>
            </a:pPr>
            <a:r>
              <a:rPr dirty="0" smtClean="0"/>
              <a:t>A</a:t>
            </a:r>
            <a:r>
              <a:rPr lang="en-US" dirty="0" smtClean="0"/>
              <a:t>DMIN DASHBOARD – CHENNAI CIVIC ISSUES REPORTING AND MANAGING SYSTEM</a:t>
            </a:r>
            <a:br>
              <a:rPr lang="en-US" dirty="0" smtClean="0"/>
            </a:br>
            <a:r>
              <a:rPr lang="en-US" sz="3600" b="1" dirty="0" smtClean="0"/>
              <a:t>“CIVIC CONNECT”</a:t>
            </a:r>
            <a:endParaRPr sz="3600" b="1" dirty="0"/>
          </a:p>
        </p:txBody>
      </p:sp>
      <p:pic>
        <p:nvPicPr>
          <p:cNvPr id="7" name="Picture 2" descr="Easwari Engineering College - Wikipedia">
            <a:extLst>
              <a:ext uri="{FF2B5EF4-FFF2-40B4-BE49-F238E27FC236}">
                <a16:creationId xmlns:a16="http://schemas.microsoft.com/office/drawing/2014/main" id="{E06C4A1E-F786-40CC-4CC5-983459996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204" y="767799"/>
            <a:ext cx="950443" cy="950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805204" y="4289838"/>
            <a:ext cx="28285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Under the guidance </a:t>
            </a:r>
            <a:b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of</a:t>
            </a:r>
          </a:p>
          <a:p>
            <a:pPr algn="ctr"/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Dr. E. </a:t>
            </a:r>
            <a:r>
              <a:rPr lang="en-US" b="1" dirty="0" err="1" smtClean="0">
                <a:solidFill>
                  <a:schemeClr val="accent1">
                    <a:lumMod val="75000"/>
                  </a:schemeClr>
                </a:solidFill>
              </a:rPr>
              <a:t>Moulieswaran</a:t>
            </a:r>
            <a:endParaRPr lang="en-US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Assistant Professor </a:t>
            </a:r>
          </a:p>
          <a:p>
            <a:pPr algn="ctr"/>
            <a:r>
              <a:rPr lang="en-US" b="1" dirty="0" err="1" smtClean="0">
                <a:solidFill>
                  <a:schemeClr val="accent1">
                    <a:lumMod val="75000"/>
                  </a:schemeClr>
                </a:solidFill>
              </a:rPr>
              <a:t>Dept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 of MCA</a:t>
            </a:r>
            <a:endParaRPr lang="en-IN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40096" y="4566837"/>
            <a:ext cx="28285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Name : S </a:t>
            </a:r>
            <a:r>
              <a:rPr lang="en-US" b="1" dirty="0" err="1" smtClean="0">
                <a:solidFill>
                  <a:schemeClr val="accent1">
                    <a:lumMod val="75000"/>
                  </a:schemeClr>
                </a:solidFill>
              </a:rPr>
              <a:t>Karthee</a:t>
            </a:r>
            <a:endParaRPr lang="en-US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b="1" dirty="0" err="1" smtClean="0">
                <a:solidFill>
                  <a:schemeClr val="accent1">
                    <a:lumMod val="75000"/>
                  </a:schemeClr>
                </a:solidFill>
              </a:rPr>
              <a:t>Reg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 No: 310624622021</a:t>
            </a:r>
          </a:p>
          <a:p>
            <a:r>
              <a:rPr lang="en-US" b="1" dirty="0" err="1" smtClean="0">
                <a:solidFill>
                  <a:schemeClr val="accent1">
                    <a:lumMod val="75000"/>
                  </a:schemeClr>
                </a:solidFill>
              </a:rPr>
              <a:t>Dept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 : MCA</a:t>
            </a:r>
            <a:endParaRPr lang="en-IN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8565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2400" dirty="0"/>
              <a:t>U</a:t>
            </a:r>
            <a:r>
              <a:rPr sz="2600" dirty="0"/>
              <a:t>rban cities like Chennai face issues such as potholes, garbage overflow, water leakage and streetlight failures.</a:t>
            </a:r>
          </a:p>
          <a:p>
            <a:pPr algn="just"/>
            <a:r>
              <a:rPr sz="2600" dirty="0"/>
              <a:t>Citizens often struggle to report these problems efficiently.</a:t>
            </a:r>
          </a:p>
          <a:p>
            <a:pPr algn="just"/>
            <a:r>
              <a:rPr sz="2600" dirty="0"/>
              <a:t>Traditional complaint systems are slow and lack transparency.</a:t>
            </a:r>
          </a:p>
          <a:p>
            <a:pPr algn="just"/>
            <a:r>
              <a:rPr sz="2600" dirty="0"/>
              <a:t>This project proposes a web-based civic issue reporting and management system.</a:t>
            </a:r>
          </a:p>
          <a:p>
            <a:pPr algn="just"/>
            <a:r>
              <a:rPr sz="2600" dirty="0"/>
              <a:t>It allows citizens to easily report problems and administrators to monitor and resolve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2800" dirty="0"/>
              <a:t>Citizens find it difficult to report civic issues quickly.</a:t>
            </a:r>
          </a:p>
          <a:p>
            <a:pPr algn="just"/>
            <a:r>
              <a:rPr sz="2800" dirty="0"/>
              <a:t>Manual complaint systems are slow and inefficient.</a:t>
            </a:r>
          </a:p>
          <a:p>
            <a:pPr algn="just"/>
            <a:r>
              <a:rPr sz="2800" dirty="0"/>
              <a:t>Authorities may not receive accurate location or image evidence.</a:t>
            </a:r>
          </a:p>
          <a:p>
            <a:pPr algn="just"/>
            <a:r>
              <a:rPr sz="2800" dirty="0"/>
              <a:t>Tracking complaint status is often not possible.</a:t>
            </a:r>
          </a:p>
          <a:p>
            <a:pPr algn="just"/>
            <a:r>
              <a:rPr sz="2800" dirty="0"/>
              <a:t>There is a need for a centralized digital platform to report and manage civic problems.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Growth of smart city initiatives.</a:t>
            </a:r>
          </a:p>
          <a:p>
            <a:r>
              <a:rPr sz="2800" dirty="0"/>
              <a:t>Increasing use of smartphones and internet services.</a:t>
            </a:r>
          </a:p>
          <a:p>
            <a:r>
              <a:rPr sz="2800" dirty="0"/>
              <a:t>Need to improve communication between citizens and municipal authorities.</a:t>
            </a:r>
          </a:p>
          <a:p>
            <a:r>
              <a:rPr sz="2800" dirty="0"/>
              <a:t>Encourage public participation in city maintenance.</a:t>
            </a:r>
          </a:p>
          <a:p>
            <a:r>
              <a:rPr sz="2800" dirty="0"/>
              <a:t>Improve transparency and faster issue resolution.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2800" dirty="0"/>
              <a:t>Develop an online platform for reporting civic issues.</a:t>
            </a:r>
          </a:p>
          <a:p>
            <a:pPr algn="just"/>
            <a:r>
              <a:rPr sz="2800" dirty="0"/>
              <a:t>Allow users to upload images and descriptions of problems.</a:t>
            </a:r>
          </a:p>
          <a:p>
            <a:pPr algn="just"/>
            <a:r>
              <a:rPr sz="2800" dirty="0"/>
              <a:t>Enable administrators to manage and resolve complaints.</a:t>
            </a:r>
          </a:p>
          <a:p>
            <a:pPr algn="just"/>
            <a:r>
              <a:rPr sz="2800" dirty="0"/>
              <a:t>Provide tracking of complaint status.</a:t>
            </a:r>
          </a:p>
          <a:p>
            <a:pPr algn="just"/>
            <a:r>
              <a:rPr sz="2800" dirty="0"/>
              <a:t>Improve communication between citizens and authorities.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LITERATURE REVIEW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5981700"/>
            <a:ext cx="8229600" cy="144463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0174313"/>
              </p:ext>
            </p:extLst>
          </p:nvPr>
        </p:nvGraphicFramePr>
        <p:xfrm>
          <a:off x="596899" y="1429513"/>
          <a:ext cx="8089901" cy="4203372"/>
        </p:xfrm>
        <a:graphic>
          <a:graphicData uri="http://schemas.openxmlformats.org/drawingml/2006/table">
            <a:tbl>
              <a:tblPr/>
              <a:tblGrid>
                <a:gridCol w="1723216">
                  <a:extLst>
                    <a:ext uri="{9D8B030D-6E8A-4147-A177-3AD203B41FA5}">
                      <a16:colId xmlns:a16="http://schemas.microsoft.com/office/drawing/2014/main" val="247326493"/>
                    </a:ext>
                  </a:extLst>
                </a:gridCol>
                <a:gridCol w="539327">
                  <a:extLst>
                    <a:ext uri="{9D8B030D-6E8A-4147-A177-3AD203B41FA5}">
                      <a16:colId xmlns:a16="http://schemas.microsoft.com/office/drawing/2014/main" val="392520111"/>
                    </a:ext>
                  </a:extLst>
                </a:gridCol>
                <a:gridCol w="3630588">
                  <a:extLst>
                    <a:ext uri="{9D8B030D-6E8A-4147-A177-3AD203B41FA5}">
                      <a16:colId xmlns:a16="http://schemas.microsoft.com/office/drawing/2014/main" val="2897799354"/>
                    </a:ext>
                  </a:extLst>
                </a:gridCol>
                <a:gridCol w="2196770">
                  <a:extLst>
                    <a:ext uri="{9D8B030D-6E8A-4147-A177-3AD203B41FA5}">
                      <a16:colId xmlns:a16="http://schemas.microsoft.com/office/drawing/2014/main" val="1700704449"/>
                    </a:ext>
                  </a:extLst>
                </a:gridCol>
              </a:tblGrid>
              <a:tr h="226835">
                <a:tc>
                  <a:txBody>
                    <a:bodyPr/>
                    <a:lstStyle/>
                    <a:p>
                      <a:r>
                        <a:rPr lang="en-IN" sz="1400" b="1" dirty="0"/>
                        <a:t>Research Project / System</a:t>
                      </a:r>
                    </a:p>
                  </a:txBody>
                  <a:tcPr marL="32797" marR="32797" marT="16398" marB="163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Year</a:t>
                      </a:r>
                    </a:p>
                  </a:txBody>
                  <a:tcPr marL="32797" marR="32797" marT="16398" marB="163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Contributions</a:t>
                      </a:r>
                    </a:p>
                  </a:txBody>
                  <a:tcPr marL="32797" marR="32797" marT="16398" marB="163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Limitations</a:t>
                      </a:r>
                    </a:p>
                  </a:txBody>
                  <a:tcPr marL="32797" marR="32797" marT="16398" marB="163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5308772"/>
                  </a:ext>
                </a:extLst>
              </a:tr>
              <a:tr h="855204">
                <a:tc>
                  <a:txBody>
                    <a:bodyPr/>
                    <a:lstStyle/>
                    <a:p>
                      <a:r>
                        <a:rPr lang="en-US" sz="1100" b="1" dirty="0"/>
                        <a:t>CPGRAMS (Centralized Public Grievance Redress and Monitoring System)</a:t>
                      </a:r>
                      <a:endParaRPr lang="en-US" sz="1100" dirty="0"/>
                    </a:p>
                  </a:txBody>
                  <a:tcPr marL="32797" marR="32797" marT="16398" marB="163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2007</a:t>
                      </a:r>
                    </a:p>
                  </a:txBody>
                  <a:tcPr marL="32797" marR="32797" marT="16398" marB="163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 dirty="0"/>
                        <a:t>Provides a centralized national platform for citizens to submit grievances to government departments and track complaint status.</a:t>
                      </a:r>
                    </a:p>
                  </a:txBody>
                  <a:tcPr marL="32797" marR="32797" marT="16398" marB="163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 dirty="0"/>
                        <a:t>Requires registration with </a:t>
                      </a:r>
                      <a:r>
                        <a:rPr lang="en-US" sz="1100" dirty="0" err="1"/>
                        <a:t>Aadhaar</a:t>
                      </a:r>
                      <a:r>
                        <a:rPr lang="en-US" sz="1100" dirty="0"/>
                        <a:t>/OTP, lacks precise GPS-based location tagging, and has limited public transparency.</a:t>
                      </a:r>
                    </a:p>
                  </a:txBody>
                  <a:tcPr marL="32797" marR="32797" marT="16398" marB="163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1043198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lang="en-IN" sz="1100" b="1" dirty="0"/>
                        <a:t>BBMP </a:t>
                      </a:r>
                      <a:r>
                        <a:rPr lang="en-IN" sz="1100" b="1" dirty="0" err="1"/>
                        <a:t>Sahaaya</a:t>
                      </a:r>
                      <a:endParaRPr lang="en-IN" sz="1100" dirty="0"/>
                    </a:p>
                  </a:txBody>
                  <a:tcPr marL="32797" marR="32797" marT="16398" marB="163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2016</a:t>
                      </a:r>
                    </a:p>
                  </a:txBody>
                  <a:tcPr marL="32797" marR="32797" marT="16398" marB="163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 dirty="0"/>
                        <a:t>Enables citizens to report civic issues using a mobile application with photo upload and category-based complaint submission.</a:t>
                      </a:r>
                    </a:p>
                  </a:txBody>
                  <a:tcPr marL="32797" marR="32797" marT="16398" marB="163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 dirty="0"/>
                        <a:t>Requires installation of a mobile app and offers limited public dashboards for monitoring complaints.</a:t>
                      </a:r>
                    </a:p>
                  </a:txBody>
                  <a:tcPr marL="32797" marR="32797" marT="16398" marB="163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4198666"/>
                  </a:ext>
                </a:extLst>
              </a:tr>
              <a:tr h="649956">
                <a:tc>
                  <a:txBody>
                    <a:bodyPr/>
                    <a:lstStyle/>
                    <a:p>
                      <a:r>
                        <a:rPr lang="en-IN" sz="1100" b="1"/>
                        <a:t>FixMyStreet</a:t>
                      </a:r>
                      <a:endParaRPr lang="en-IN" sz="1100"/>
                    </a:p>
                  </a:txBody>
                  <a:tcPr marL="32797" marR="32797" marT="16398" marB="163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2007</a:t>
                      </a:r>
                    </a:p>
                  </a:txBody>
                  <a:tcPr marL="32797" marR="32797" marT="16398" marB="163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Introduces a map-based civic reporting platform with public visibility of complaints, encouraging community participation.</a:t>
                      </a:r>
                    </a:p>
                  </a:txBody>
                  <a:tcPr marL="32797" marR="32797" marT="16398" marB="163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 dirty="0"/>
                        <a:t>High chances of duplicate complaints and limited prioritization or grouping of similar issues.</a:t>
                      </a:r>
                    </a:p>
                  </a:txBody>
                  <a:tcPr marL="32797" marR="32797" marT="16398" marB="163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5229949"/>
                  </a:ext>
                </a:extLst>
              </a:tr>
              <a:tr h="787848">
                <a:tc>
                  <a:txBody>
                    <a:bodyPr/>
                    <a:lstStyle/>
                    <a:p>
                      <a:r>
                        <a:rPr lang="en-IN" sz="1100" b="1"/>
                        <a:t>SeeClickFix</a:t>
                      </a:r>
                      <a:endParaRPr lang="en-IN" sz="1100"/>
                    </a:p>
                  </a:txBody>
                  <a:tcPr marL="32797" marR="32797" marT="16398" marB="163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2008</a:t>
                      </a:r>
                    </a:p>
                  </a:txBody>
                  <a:tcPr marL="32797" marR="32797" marT="16398" marB="163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Provides a civic engagement platform with public issue feeds, mobile access, and integration with municipal work-order systems.</a:t>
                      </a:r>
                    </a:p>
                  </a:txBody>
                  <a:tcPr marL="32797" marR="32797" marT="16398" marB="163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 dirty="0"/>
                        <a:t>Commercial paid platform that may not be affordable for smaller municipalities and developing regions.</a:t>
                      </a:r>
                    </a:p>
                  </a:txBody>
                  <a:tcPr marL="32797" marR="32797" marT="16398" marB="163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1805889"/>
                  </a:ext>
                </a:extLst>
              </a:tr>
              <a:tr h="780288">
                <a:tc>
                  <a:txBody>
                    <a:bodyPr/>
                    <a:lstStyle/>
                    <a:p>
                      <a:r>
                        <a:rPr lang="en-US" sz="1100" b="1" dirty="0"/>
                        <a:t>Chennai Civic Issues Reporting System (Proposed)</a:t>
                      </a:r>
                      <a:endParaRPr lang="en-US" sz="1100" dirty="0"/>
                    </a:p>
                  </a:txBody>
                  <a:tcPr marL="32797" marR="32797" marT="16398" marB="163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2026</a:t>
                      </a:r>
                    </a:p>
                  </a:txBody>
                  <a:tcPr marL="32797" marR="32797" marT="16398" marB="163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Offers a web-based civic issue reporting system with GPS location tagging, role-based dashboards, real-time tracking, and analytics visualization.</a:t>
                      </a:r>
                    </a:p>
                  </a:txBody>
                  <a:tcPr marL="32797" marR="32797" marT="16398" marB="163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 dirty="0"/>
                        <a:t>Currently limited to web platform and requires internet connectivity for real-time updates.</a:t>
                      </a:r>
                    </a:p>
                  </a:txBody>
                  <a:tcPr marL="32797" marR="32797" marT="16398" marB="163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126454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LIMITATIONS OF EXISTING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2800" dirty="0"/>
              <a:t>Manual complaint handling in many municipalities.</a:t>
            </a:r>
          </a:p>
          <a:p>
            <a:pPr algn="just"/>
            <a:r>
              <a:rPr sz="2800" dirty="0"/>
              <a:t>Limited real-time updates for citizens.</a:t>
            </a:r>
          </a:p>
          <a:p>
            <a:pPr algn="just"/>
            <a:r>
              <a:rPr sz="2800" dirty="0"/>
              <a:t>Lack of centralized </a:t>
            </a:r>
            <a:r>
              <a:rPr lang="en-US" sz="2800" dirty="0" smtClean="0"/>
              <a:t>and </a:t>
            </a:r>
            <a:r>
              <a:rPr sz="2800" dirty="0" smtClean="0"/>
              <a:t>digital </a:t>
            </a:r>
            <a:r>
              <a:rPr sz="2800" dirty="0"/>
              <a:t>complaint tracking.</a:t>
            </a:r>
          </a:p>
          <a:p>
            <a:pPr algn="just"/>
            <a:r>
              <a:rPr sz="2800" dirty="0"/>
              <a:t>Poor communication between citizens and authorities.</a:t>
            </a:r>
          </a:p>
          <a:p>
            <a:pPr algn="just"/>
            <a:r>
              <a:rPr sz="2800" dirty="0"/>
              <a:t>Limited data analysis of civic issues.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2800" dirty="0"/>
              <a:t>A web-based civic issue reporting platform.</a:t>
            </a:r>
          </a:p>
          <a:p>
            <a:pPr algn="just"/>
            <a:r>
              <a:rPr sz="2800" dirty="0"/>
              <a:t>Citizens can report issues with description and images.</a:t>
            </a:r>
          </a:p>
          <a:p>
            <a:pPr algn="just"/>
            <a:r>
              <a:rPr sz="2800" dirty="0"/>
              <a:t>Complaints are stored in a centralized database.</a:t>
            </a:r>
          </a:p>
          <a:p>
            <a:pPr algn="just"/>
            <a:r>
              <a:rPr sz="2800" dirty="0"/>
              <a:t>Admin dashboard monitors and manages reported issues.</a:t>
            </a:r>
          </a:p>
          <a:p>
            <a:pPr algn="just"/>
            <a:r>
              <a:rPr sz="2800" dirty="0"/>
              <a:t>Users can track the status of their complaints.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2800" dirty="0"/>
              <a:t>User Interface (Citizen Portal)</a:t>
            </a:r>
          </a:p>
          <a:p>
            <a:pPr algn="just"/>
            <a:r>
              <a:rPr sz="2800" dirty="0"/>
              <a:t>Backend Server (Node.js / Express)</a:t>
            </a:r>
          </a:p>
          <a:p>
            <a:pPr algn="just"/>
            <a:r>
              <a:rPr sz="2800" dirty="0"/>
              <a:t>Database (MongoDB)</a:t>
            </a:r>
          </a:p>
          <a:p>
            <a:pPr algn="just"/>
            <a:r>
              <a:rPr sz="2800" dirty="0"/>
              <a:t>Admin Dashboard</a:t>
            </a:r>
          </a:p>
          <a:p>
            <a:pPr algn="just"/>
            <a:r>
              <a:rPr sz="2800" dirty="0"/>
              <a:t>Issue Management and Notification Modules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MODULES OF THE SYSTEM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2800" dirty="0"/>
              <a:t>User Module – Allows users to submit complaints.</a:t>
            </a:r>
          </a:p>
          <a:p>
            <a:pPr algn="just"/>
            <a:r>
              <a:rPr sz="2800" dirty="0"/>
              <a:t>Image Processing Module – Stores uploaded issue images.</a:t>
            </a:r>
          </a:p>
          <a:p>
            <a:pPr algn="just"/>
            <a:r>
              <a:rPr sz="2800" dirty="0"/>
              <a:t>Database Module – Stores issue data and user details.</a:t>
            </a:r>
          </a:p>
          <a:p>
            <a:pPr algn="just"/>
            <a:r>
              <a:rPr sz="2800" dirty="0"/>
              <a:t>Admin Monitoring Module – Displays reported issues.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MODULES OF THE SYSTEM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Notification system for status updates.</a:t>
            </a:r>
          </a:p>
          <a:p>
            <a:r>
              <a:rPr dirty="0"/>
              <a:t>Admin alerts for newly reported issues.</a:t>
            </a:r>
          </a:p>
          <a:p>
            <a:r>
              <a:rPr dirty="0"/>
              <a:t>Tracking system for complaint progress until resolution.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2800" dirty="0"/>
              <a:t>User logs into the system.</a:t>
            </a:r>
          </a:p>
          <a:p>
            <a:pPr algn="just"/>
            <a:r>
              <a:rPr sz="2800" dirty="0"/>
              <a:t>User reports an issue with description and image.</a:t>
            </a:r>
          </a:p>
          <a:p>
            <a:pPr algn="just"/>
            <a:r>
              <a:rPr sz="2800" dirty="0"/>
              <a:t>Complaint is stored in the database.</a:t>
            </a:r>
          </a:p>
          <a:p>
            <a:pPr algn="just"/>
            <a:r>
              <a:rPr sz="2800" dirty="0"/>
              <a:t>Admin views complaints through the dashboard.</a:t>
            </a:r>
          </a:p>
          <a:p>
            <a:pPr algn="just"/>
            <a:r>
              <a:rPr sz="2800" dirty="0"/>
              <a:t>Admin updates or resolves the issue.</a:t>
            </a:r>
          </a:p>
          <a:p>
            <a:pPr algn="just"/>
            <a:r>
              <a:rPr sz="2800" dirty="0"/>
              <a:t>User tracks complaint status.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Authentication algorithm for user login.</a:t>
            </a:r>
          </a:p>
          <a:p>
            <a:r>
              <a:rPr sz="2800" dirty="0"/>
              <a:t>CRUD operations for complaint management.</a:t>
            </a:r>
          </a:p>
          <a:p>
            <a:r>
              <a:rPr sz="2800" dirty="0"/>
              <a:t>Database query processing for issue tracking.</a:t>
            </a:r>
          </a:p>
          <a:p>
            <a:r>
              <a:rPr sz="2800" dirty="0"/>
              <a:t>Image upload and storage handling.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2800" dirty="0"/>
              <a:t>Frontend: HTML, CSS, </a:t>
            </a:r>
            <a:r>
              <a:rPr sz="2800" dirty="0" smtClean="0"/>
              <a:t>JavaScript</a:t>
            </a:r>
            <a:endParaRPr sz="2800" dirty="0"/>
          </a:p>
          <a:p>
            <a:pPr algn="just"/>
            <a:r>
              <a:rPr sz="2800" dirty="0"/>
              <a:t>Backend: Node.js and Express.js</a:t>
            </a:r>
          </a:p>
          <a:p>
            <a:pPr algn="just"/>
            <a:r>
              <a:rPr sz="2800" dirty="0"/>
              <a:t>Database: </a:t>
            </a:r>
            <a:r>
              <a:rPr sz="2800" dirty="0" smtClean="0"/>
              <a:t>MongoDB</a:t>
            </a:r>
            <a:r>
              <a:rPr lang="en-US" sz="2800" dirty="0" smtClean="0"/>
              <a:t> Compass Local Storage</a:t>
            </a:r>
            <a:endParaRPr sz="2800" dirty="0"/>
          </a:p>
          <a:p>
            <a:pPr algn="just"/>
            <a:r>
              <a:rPr sz="2800" dirty="0"/>
              <a:t>Development Tools: Visual Studio </a:t>
            </a:r>
            <a:r>
              <a:rPr sz="2800" dirty="0" smtClean="0"/>
              <a:t>Code</a:t>
            </a:r>
            <a:r>
              <a:rPr lang="en-US" sz="2800" dirty="0" smtClean="0"/>
              <a:t> and </a:t>
            </a:r>
            <a:r>
              <a:rPr sz="2800" dirty="0" smtClean="0"/>
              <a:t>GitHub</a:t>
            </a:r>
            <a:endParaRPr sz="2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Technology Stack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Hardware: Computer or smartphone with internet connection.</a:t>
            </a:r>
          </a:p>
          <a:p>
            <a:r>
              <a:rPr sz="2800" dirty="0"/>
              <a:t>Software: Web browser, Node.js runtime.</a:t>
            </a:r>
          </a:p>
          <a:p>
            <a:r>
              <a:rPr sz="2800" dirty="0"/>
              <a:t>Database: </a:t>
            </a:r>
            <a:r>
              <a:rPr sz="2800" dirty="0" smtClean="0"/>
              <a:t>MongoD</a:t>
            </a:r>
            <a:r>
              <a:rPr lang="en-US" sz="2800" dirty="0" smtClean="0"/>
              <a:t>B Compass</a:t>
            </a:r>
            <a:endParaRPr sz="2800" dirty="0"/>
          </a:p>
          <a:p>
            <a:r>
              <a:rPr sz="2800" dirty="0"/>
              <a:t>Development Tools: VS Code.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APPLICATION SCREENSHOT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951" y="1193800"/>
            <a:ext cx="8229600" cy="4525963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 smtClean="0"/>
              <a:t>Admin Page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1" y="1727200"/>
            <a:ext cx="7353300" cy="483393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APPLICATION SCREENSHOT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951" y="1193800"/>
            <a:ext cx="8229600" cy="4525963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 smtClean="0"/>
              <a:t>Admin Page</a:t>
            </a:r>
            <a:endParaRPr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97050"/>
            <a:ext cx="8331200" cy="450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332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2800" dirty="0"/>
              <a:t>Easy reporting of civic issues.</a:t>
            </a:r>
          </a:p>
          <a:p>
            <a:pPr algn="just"/>
            <a:r>
              <a:rPr sz="2800" dirty="0"/>
              <a:t>Improves communication between citizens and authorities.</a:t>
            </a:r>
          </a:p>
          <a:p>
            <a:pPr algn="just"/>
            <a:r>
              <a:rPr sz="2800" dirty="0"/>
              <a:t>Provides transparent complaint tracking.</a:t>
            </a:r>
          </a:p>
          <a:p>
            <a:pPr algn="just"/>
            <a:r>
              <a:rPr sz="2800" dirty="0"/>
              <a:t>Maintains digital records of reported issues.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2800" dirty="0" smtClean="0"/>
              <a:t>Requires </a:t>
            </a:r>
            <a:r>
              <a:rPr sz="2800" dirty="0"/>
              <a:t>internet connectivity</a:t>
            </a:r>
            <a:r>
              <a:rPr sz="2800" dirty="0" smtClean="0"/>
              <a:t>.</a:t>
            </a:r>
            <a:endParaRPr lang="en-US" sz="2800" dirty="0" smtClean="0"/>
          </a:p>
          <a:p>
            <a:pPr algn="just"/>
            <a:r>
              <a:rPr lang="en-US" sz="2800" dirty="0" smtClean="0"/>
              <a:t>Developed as a Website not as a Mobile App</a:t>
            </a:r>
            <a:endParaRPr sz="2800" dirty="0"/>
          </a:p>
          <a:p>
            <a:pPr algn="just"/>
            <a:r>
              <a:rPr sz="2800" dirty="0"/>
              <a:t>System performance depends on admin responsiveness.</a:t>
            </a:r>
          </a:p>
          <a:p>
            <a:pPr algn="just"/>
            <a:r>
              <a:rPr sz="2800" dirty="0"/>
              <a:t>Large number of complaints may require system scaling.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2800" dirty="0"/>
              <a:t>Mobile application integration</a:t>
            </a:r>
            <a:r>
              <a:rPr sz="2800" dirty="0" smtClean="0"/>
              <a:t>.</a:t>
            </a:r>
            <a:endParaRPr lang="en-US" sz="2800" dirty="0" smtClean="0"/>
          </a:p>
          <a:p>
            <a:pPr algn="just"/>
            <a:r>
              <a:rPr lang="en-US" sz="2800" dirty="0" smtClean="0"/>
              <a:t>Notification and Alert System should be Enabled.</a:t>
            </a:r>
            <a:endParaRPr sz="2800" dirty="0"/>
          </a:p>
          <a:p>
            <a:pPr algn="just"/>
            <a:r>
              <a:rPr sz="2800" dirty="0" smtClean="0"/>
              <a:t>AI-based </a:t>
            </a:r>
            <a:r>
              <a:rPr sz="2800" dirty="0"/>
              <a:t>issue prioritization.</a:t>
            </a:r>
          </a:p>
          <a:p>
            <a:pPr algn="just"/>
            <a:r>
              <a:rPr sz="2800" dirty="0"/>
              <a:t>Integration with government smart city platforms.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2800" dirty="0"/>
              <a:t>The system provides a digital platform for reporting civic issues.</a:t>
            </a:r>
          </a:p>
          <a:p>
            <a:pPr algn="just"/>
            <a:r>
              <a:rPr sz="2800" dirty="0"/>
              <a:t>It improves transparency and communication.</a:t>
            </a:r>
          </a:p>
          <a:p>
            <a:pPr algn="just"/>
            <a:r>
              <a:rPr sz="2800" dirty="0"/>
              <a:t>Authorities can efficiently monitor and resolve problems.</a:t>
            </a:r>
          </a:p>
          <a:p>
            <a:pPr algn="just"/>
            <a:r>
              <a:rPr sz="2800" dirty="0"/>
              <a:t>This contributes to better city management.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554662"/>
          </a:xfrm>
        </p:spPr>
        <p:txBody>
          <a:bodyPr/>
          <a:lstStyle/>
          <a:p>
            <a:r>
              <a:rPr dirty="0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21200"/>
            <a:ext cx="8229600" cy="1604963"/>
          </a:xfr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862</Words>
  <Application>Microsoft Office PowerPoint</Application>
  <PresentationFormat>On-screen Show (4:3)</PresentationFormat>
  <Paragraphs>132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INTRODUCTION</vt:lpstr>
      <vt:lpstr>PROBLEM STATEMENT</vt:lpstr>
      <vt:lpstr>MOTIVATION OF THE PROJECT</vt:lpstr>
      <vt:lpstr>OBJECTIVES OF THE PROJECT</vt:lpstr>
      <vt:lpstr>LITERATURE REVIEW</vt:lpstr>
      <vt:lpstr>LIMITATIONS OF EXISTING SYSTEMS</vt:lpstr>
      <vt:lpstr>PROPOSED SYSTEM</vt:lpstr>
      <vt:lpstr>SYSTEM ARCHITECTURE</vt:lpstr>
      <vt:lpstr>MODULES OF THE SYSTEM</vt:lpstr>
      <vt:lpstr>MODULES OF THE SYSTEM</vt:lpstr>
      <vt:lpstr>SYSTEM WORKFLOW</vt:lpstr>
      <vt:lpstr>ALGORITHMS USED</vt:lpstr>
      <vt:lpstr>Technology Stack</vt:lpstr>
      <vt:lpstr>SYSTEM REQUIREMENTS</vt:lpstr>
      <vt:lpstr>APPLICATION SCREENSHOT</vt:lpstr>
      <vt:lpstr>APPLICATION SCREENSHOT</vt:lpstr>
      <vt:lpstr>ADVANTAGES</vt:lpstr>
      <vt:lpstr>LIMITATIONS</vt:lpstr>
      <vt:lpstr>FUTURE ENHANCEMENTS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Eb</dc:creator>
  <cp:keywords/>
  <dc:description>generated using python-pptx</dc:description>
  <cp:lastModifiedBy>hp</cp:lastModifiedBy>
  <cp:revision>8</cp:revision>
  <dcterms:created xsi:type="dcterms:W3CDTF">2013-01-27T09:14:16Z</dcterms:created>
  <dcterms:modified xsi:type="dcterms:W3CDTF">2026-03-16T08:59:32Z</dcterms:modified>
  <cp:category/>
</cp:coreProperties>
</file>