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Chennai Civic Issues</a:t>
            </a:r>
            <a:br/>
            <a:r>
              <a:t>Reporting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Comprehensive Solution for Urban Problem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6176" y="2084832"/>
            <a:ext cx="768096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smtClean="0"/>
              <a:t>A </a:t>
            </a:r>
            <a:r>
              <a:rPr dirty="0"/>
              <a:t>web-based platform designed to streamline civic issue reporting and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Enables citizens to report infrastructure problems (potholes, streetlights, water management,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Provides real-time tracking and transparent status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Includes role-based dashboards for Citizens, Workers, and Administrators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Utilizes geospatial visualization (</a:t>
            </a:r>
            <a:r>
              <a:rPr dirty="0" err="1"/>
              <a:t>heatmaps</a:t>
            </a:r>
            <a:r>
              <a:rPr dirty="0"/>
              <a:t>) to identify problem hotspots by ward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Improves municipal accountability and response time to citizen complaints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3984" y="219456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E-Governance platforms increase complaint reporting by 40-60%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Web-based systems improve complaint resolution time by 30-50%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Geographic Information Systems (GIS) with </a:t>
            </a:r>
            <a:r>
              <a:rPr dirty="0" err="1"/>
              <a:t>heatmaps</a:t>
            </a:r>
            <a:r>
              <a:rPr dirty="0"/>
              <a:t> enhance problem identification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Role-Based Access Control (RBAC) provides secure, scalable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Real-time data visualization improves comprehension of distributed problems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Full-stack web development (Node.js + JavaScript) proven for municipal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Issues &amp;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36064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No centralized reporting mechanism for civic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Citizens lack transparency in complaint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Manual systems cause delays in issue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Inefficient worker assignment and task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Lack of data-driven decision-making for urban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No accountability or performance metrics for complaint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Geographic blind spots - unknown problem areas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9216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Enhance citizen engagement in urban governance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Improve municipal accountability and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Reduce time to resolve civic complaints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Enable data-driven urban planning and resource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Create a scalable, sustainable solution for smart cities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Build trust between citizens and local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6176" y="1792224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Primary Objectives: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Develop a web-based complaint reporting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Implement role-based access control for 3 user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Create admin dashboard with analytics and </a:t>
            </a:r>
            <a:r>
              <a:rPr dirty="0" err="1"/>
              <a:t>heatmaps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Enable real-time complaint tracking and status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Secondary Objectives: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Generate performance metrics and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Facilitate stakeholder communication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Support location-based complaint tagging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Overall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Frontend Layer: HTML5, CSS3, Vanilla 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User, Worker, and Admin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Complaint portal and tracking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Ward </a:t>
            </a:r>
            <a:r>
              <a:rPr dirty="0" err="1"/>
              <a:t>heatmap</a:t>
            </a:r>
            <a:r>
              <a:rPr dirty="0"/>
              <a:t>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Backend Layer: Node.js/Express REST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Authentication routes, complaint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Worker assignment, analytics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Database Layer: MongoDB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User, Complaint, Worker, Admin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Data Flow &amp; UML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40992"/>
            <a:ext cx="76809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Three Main Workflows</a:t>
            </a:r>
            <a:r>
              <a:rPr b="1" dirty="0" smtClean="0"/>
              <a:t>: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1. Complaint Registration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User Login → Complaint Form → Location Tagging → Photo Upload → Submit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2. Complaint Assignment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New Complaint → Admin Review → Assign to Worker → Worker Confirmation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3. Resolution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Worker Starts Work → Updates Status → Uploads Resolution Photos → Citizen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Proposed Work - List of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1. User Authentication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• Registration, Login, Password </a:t>
            </a:r>
            <a:r>
              <a:rPr dirty="0" smtClean="0"/>
              <a:t>Management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2. Complaint Management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• Create, Read, Update, Delete </a:t>
            </a:r>
            <a:r>
              <a:rPr dirty="0" smtClean="0"/>
              <a:t>complaints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3. Worker Management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• Task assignment, completion </a:t>
            </a:r>
            <a:r>
              <a:rPr dirty="0" smtClean="0"/>
              <a:t>tracking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4. Analytics &amp; Reporting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• </a:t>
            </a:r>
            <a:r>
              <a:rPr dirty="0" err="1"/>
              <a:t>Heatmaps</a:t>
            </a:r>
            <a:r>
              <a:rPr dirty="0"/>
              <a:t>, statistics by </a:t>
            </a:r>
            <a:r>
              <a:rPr dirty="0" smtClean="0"/>
              <a:t>ward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5. File Upload Module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• Photo documentation and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Module Descriptions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2023872"/>
            <a:ext cx="768096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b="1" dirty="0"/>
              <a:t>User Authentication: </a:t>
            </a:r>
            <a:r>
              <a:rPr dirty="0" smtClean="0"/>
              <a:t>Secure </a:t>
            </a:r>
            <a:r>
              <a:rPr dirty="0"/>
              <a:t>login via JWT tokens and session </a:t>
            </a:r>
            <a:r>
              <a:rPr dirty="0" smtClean="0"/>
              <a:t>management</a:t>
            </a:r>
            <a:endParaRPr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b="1" dirty="0"/>
              <a:t>Complaint Management:</a:t>
            </a:r>
            <a:r>
              <a:rPr dirty="0"/>
              <a:t> Full lifecycle from creation to resolution with status </a:t>
            </a:r>
            <a:r>
              <a:rPr dirty="0" smtClean="0"/>
              <a:t>tracking</a:t>
            </a:r>
            <a:endParaRPr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b="1" dirty="0"/>
              <a:t>Worker Management:</a:t>
            </a:r>
            <a:r>
              <a:rPr dirty="0"/>
              <a:t> Task dashboard, work assignment, and performance </a:t>
            </a:r>
            <a:r>
              <a:rPr dirty="0" smtClean="0"/>
              <a:t>metrics</a:t>
            </a:r>
            <a:endParaRPr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b="1" dirty="0"/>
              <a:t>Admin Panel:</a:t>
            </a:r>
            <a:r>
              <a:rPr dirty="0"/>
              <a:t> Comprehensive analytics, worker management, and system </a:t>
            </a:r>
            <a:r>
              <a:rPr dirty="0" smtClean="0"/>
              <a:t>configuration</a:t>
            </a:r>
            <a:endParaRPr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b="1" dirty="0"/>
              <a:t>Geolocation System:</a:t>
            </a:r>
            <a:r>
              <a:rPr dirty="0"/>
              <a:t> GPS/Manual location tagging with ward identification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43456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Technology Stack: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Frontend: HTML5, CSS3, Vanilla JavaScript (Leaflet.js for maps)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Backend: Node.js with Express.js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Database: MongoDB for flexible document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Authentication: JWT tokens + session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RESTful API with 15+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Role-based access control (Citizen, Worker, Admin)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Real-time complaint tracking and status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87296"/>
            <a:ext cx="768096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Unit Tests: </a:t>
            </a:r>
            <a:r>
              <a:rPr dirty="0"/>
              <a:t>Authentication, complaint creation, worker </a:t>
            </a:r>
            <a:r>
              <a:rPr dirty="0" smtClean="0"/>
              <a:t>assignment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Integration Tests: </a:t>
            </a:r>
            <a:r>
              <a:rPr dirty="0"/>
              <a:t>Complete complaint workflow, API endpoint </a:t>
            </a:r>
            <a:r>
              <a:rPr dirty="0" smtClean="0"/>
              <a:t>validation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System Tests: </a:t>
            </a:r>
            <a:r>
              <a:rPr dirty="0"/>
              <a:t>Load testing for concurrent users, database </a:t>
            </a:r>
            <a:r>
              <a:rPr dirty="0" smtClean="0"/>
              <a:t>consistency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User Acceptance Tests: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Citizens can successfully report and track complaints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Workers receive and update task assignments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Admins can view analytics and manage </a:t>
            </a:r>
            <a:r>
              <a:rPr dirty="0" smtClean="0"/>
              <a:t>workers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Security Tests:</a:t>
            </a:r>
            <a:r>
              <a:rPr dirty="0"/>
              <a:t> SQL injection, XSS prevention, JWT token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Results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Expected Outcomes: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40-60% increase in complaint reporting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30-50% reduction in complaint resolution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Improved citizen satisfaction through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Key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Average resolution time per complaint 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Worker efficiency and task completion rates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Ward-wise problem distribution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Scalability: </a:t>
            </a:r>
            <a:r>
              <a:rPr dirty="0"/>
              <a:t>Solution designed to handle thousands of concurrent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6176" y="2109216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Successfully designed a comprehensive civic complaint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Addresses key pain points in urban governance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Provides multiple stakeholder perspectives (Citizens, Workers, Admins)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Incorporates modern web technologies and best practices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Scalable and maintainable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Foundation for Phase II enhancements (mobile app, SMS/Email notifications)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1"/>
            <a:ext cx="768096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Mobile Application (iOS/Android)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SMS/Email notification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Push notifications for real-time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Advanced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Machine learning for complaint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Predictive analytics for maintenance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Cloud deployment (AWS/Azure)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Integration with municipal databases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1. E-Governance and Digital Transformation in Urban </a:t>
            </a:r>
            <a:r>
              <a:rPr dirty="0" smtClean="0"/>
              <a:t>Management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2. Geographic Information Systems (GIS) for Urban </a:t>
            </a:r>
            <a:r>
              <a:rPr dirty="0" smtClean="0"/>
              <a:t>Planning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3. Node.js and Express.js - Best Practices for Web </a:t>
            </a:r>
            <a:r>
              <a:rPr dirty="0" smtClean="0"/>
              <a:t>Development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4. MongoDB Database Design </a:t>
            </a:r>
            <a:r>
              <a:rPr dirty="0" smtClean="0"/>
              <a:t>Patterns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5. Leaflet.js Documentation - Interactive Mapping </a:t>
            </a:r>
            <a:r>
              <a:rPr dirty="0" smtClean="0"/>
              <a:t>Library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6. REST API Design Principles and Best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952</Words>
  <Application>Microsoft Office PowerPoint</Application>
  <PresentationFormat>On-screen Show (4:3)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2026-02-25T18:33:14Z</dcterms:modified>
  <cp:category/>
</cp:coreProperties>
</file>